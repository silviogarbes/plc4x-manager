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PLC4X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Technical Architecture &amp; Implementation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CCC"/>
                </a:solidFill>
              </a:defRPr>
            </a:pPr>
            <a:r>
              <a:t>For IT Infrastructure &amp; Industrial Automation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Technical Presentation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6 Docker containers, fully orchestrated with docker-compose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Container</a:t>
                      </a:r>
                    </a:p>
                  </a:txBody>
                  <a:tcPr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Ports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plc4x-admin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3080, 3443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FastAPI + uvicorn, Web UI, HMI editor, WebSocket, MQTT/InfluxDB writer, SQLite DB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Apache PLC4X OPC-UA Server (Java) + pylogix service (Python, port 5000)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influxdb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Time-series DB: 90-day raw, 2-year hourly, daily forever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 dashboards, 5 alert rules, InfluxDB + MQTT datasources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mosquitto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MQTT broker for real-time tag streaming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plc4x-ml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 ML algorithms: Prophet, IForest, PyOD, SHAP, ruptures, stumpy, correlation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Data 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1. PLC4X Server connects to PLCs via S7/Modbus/OPC-UA/EIP protocols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2. PLC4X Server exposes all tags via OPC-UA (port 12687)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3. pylogix service (port 5000) provides direct Rockwell tag discovery &amp; diagnostics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4. Background Poller (Python asyncua) reads OPC-UA every 5s (configurable per device)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5. Poller writes to: JSON cache (instant API), InfluxDB (SYNCHRONOUS), MQTT (real-time)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6. Virtual tags bypass OPC-UA — stored in JSON file, written via REST API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7. Calculated tags evaluated after each poll: formulas on other tag values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8. Alarm engine evaluates thresholds every cycle, persists to SQLite alarm_history table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9. WebSocket pushes live data, alarm events, and MQTT messages to browser clients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10. ML container queries InfluxDB every 5min: 7 algorithms run on all active tags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11. Grafana queries InfluxDB directly for dashboards and alerts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12. Web UI reads from JSON cache (~60ms) instead of direct OPC-UA (~1s)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Supported PLC Protocols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3250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Connection String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Tag Example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Siemens 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s7://192.168.1.10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%DB1:0:REAL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modbus-tcp://192.168.1.20:502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holding-register:1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Modbus RTU/ASCII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modbus-rtu:///dev/ttyUSB0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holding-register:1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OPC-UA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opcua:tcp://192.168.1.30:4840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ns=2;i=10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Allen-Bradley Logix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logix://192.168.1.50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MyTag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EtherNet/IP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eip://192.168.1.40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%MyTag:DINT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KNXnet/IP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knxnet-ip://192.168.1.60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1/1/1:DPT_Switch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IEC 60870-5-104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iec-60870-5-104://192.168.1.70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M_ME_NC_1:5:20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Firmata (Arduino)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firmata:///dev/ttyACM0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digital:13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Simulated (Test)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simulated://127.0.0.1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RANDOM/Temporary:DINT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Rockwell Allen-Bradley Integration (pylogix)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Direct EtherNet/IP CIP communication — no RSLinx or middleware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Discovery Endpoints: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POST /api/plctag/discover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  - Controller + program tags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  - Tag name, type, array, UDT info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POST /api/plctag/discover/programs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  - List all program names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Diagnostics Endpoints: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POST /api/plctag/diagnostics/identity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  - Vendor, model, firmware, serial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POST /api/plctag/diagnostics/health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  - Identity + tag count +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Safety Rules (plctag_safety.py):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R1: Global lock - ONE CIP connection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R2: Short-lived - 10s max per operation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R3: Socket timeout - 3-5s (no hung TCP)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R5: Rate limit - 30s cooldown per PLC IP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R7: Connection counting &amp; logging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R8: No retry - fail-fast on error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R10: Admin-only access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Supported PLC Types: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CompactLogix (1769-L series)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ControlLogix (1756-L series)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Communication via 1768-ENBT/A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Authentication: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JWT HS256 tokens (configurable expiry)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Brute-force: 5 fails = 5-min IP lockout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API key for machine-to-machine access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Authorization (RBAC):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- 3 roles: admin / operator / monitor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Plant-based access filter (USERS_JSON)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Per-device allowWrite flag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PLC Write Protection (4 layers):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PLC_READONLY=true (global, default ON)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Device allowWrite=false (per device)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Role 'monitor' (no PLC writes)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Plant filter (restrict by plant)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Transport: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HTTPS auto-generated TLS (port 3443)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OPC-UA Basic256Sha256 + SignAndEncrypt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Certificate-based auth (PKI trust store)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Data Protection: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SQLite audit trail (user, IP, timestamp)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Flux injection regex allowlist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XSS protection (escHtml/escAttr)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HMAC constant-time comparison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FileLock cross-process file access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PLC Safety: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Global CIP connection lock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Rate limiting per PLC IP (30s)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Socket timeout (prevents hung connections)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Alarm System -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Per-tag thresholds: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warningHigh / warningLow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criticalHigh / criticalLow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Validation: CL &lt;= WL &lt;= WH &lt;= CH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Conditional profiles: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Condition tag (e.g., ProductCode)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Multiple profiles per product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Fallback to default thresholds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Sound notification: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- 880Hz beep for critical unack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- 30s cooldown between beeps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AudioContext with resume()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Evaluation engine: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Runs every poller cycle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Persisted to SQLite alarm_history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Active alarms in .alarms.json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State management: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Active alarms with acknowledge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History (SQLite, unlimited)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Severity escalation tracking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Orphan cleanup on config change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Integration: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WebSocket: real-time alarm push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MQTT: plc4x/_alarms/{device}/{tag}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Grafana: 5 pre-configured alert rules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HMI: alarm banner element (blinks)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HMI / Synoptic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Konva.js 9.x canvas with 16 element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Hierarchy: Plant &gt; Area &gt; Equipment &gt; Screen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Full CRUD + rename for all levels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Drag-and-drop element placement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Property panel with tag selection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Per-element device override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Background image upload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Zoom/pan with mouse wheel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Fullscreen mode (?hmi=equip-id)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Auto-save on every change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Demo with 21 elements pre-configured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16 Element Types: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Display, Gauge, Tank, Bar Graph,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Progress Bar, Indicator, Valve, Motor,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Pipe (animated flow), Alarm Banner,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Label, Image, Button, Switch,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Slider, Numeric Input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Write Controls (with confirmation):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Button: write value on click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Switch: toggle ON/OFF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Valve: open/close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Motor: start/stop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Slider: drag to set value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Numeric Input: type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Virtual &amp; Calculated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Virtual Tags (address: VIRTUAL):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No PLC connection needed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Value set via REST API or HMI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Stored in .virtual-tags.json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Cross-process safe (FileLock)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Flows to: MQTT, InfluxDB, Grafana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Use cases: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Product code selection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Manual quality inputs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Shift/batch identifiers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External 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Calculated Tags (formula-based):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Safe expression evaluator (AST)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Supports: +, -, *, /, **, %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Functions: abs, min, max, sqrt, round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Comparisons: &gt;, &lt;, ==, if/else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Can chain (tag B uses tag A)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- Use cases: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Efficiency = output / input * 100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Delta = current - previous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Weighted average</a:t>
            </a:r>
          </a:p>
          <a:p>
            <a:pPr>
              <a:spcAft>
                <a:spcPts val="800"/>
              </a:spcAft>
              <a:defRPr sz="1500">
                <a:solidFill>
                  <a:srgbClr val="1B1F24"/>
                </a:solidFill>
              </a:defRPr>
            </a:pPr>
            <a:r>
              <a:t>    - Boolean logic combinations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OEE (Overall Equipment Effectiveness)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OEE = Availability x Performance x Quality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Configuration per device: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Running Tag: boolean/status tag indicating machine is 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Production Count Tag: cumulative counter (handles rollover)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Reject Count Tag: cumulative reject counter (optional)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Ideal Cycle Time: seconds per unit at max speed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Planned Hours/Day: scheduled production hours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Calculation from InfluxDB history: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Availability = (running intervals sum) / planned time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Performance = (ideal cycle time x total count) / run time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Quality = (total count - rejects) / total count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SVG gauges: green &gt;= 85%, yellow 60-85%, red &lt; 60%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Trend chart: availability over time (hourly/daily buckets)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Inline OEE on multi-plant dashboard for each configured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REST API Overview (50+ endpoints)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Authentication: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/api/auth/login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/api/auth/verify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Devices &amp; Tags: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CRUD /api/devices, /api/devices/:name/tags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PUT /api/devices/:name/tags/:alias/alarms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PUT /api/devices/:name/oee-config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Live Data: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/api/live/read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/api/live/write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HMI: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CRUD /api/hmi/plants, areas, equipment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PUT /api/hmi/equipment/:id/screen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Rockwell/pylogix: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/api/plctag/discover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/api/plctag/diagnostics/identity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/api/plctag/diagnostics/health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Alarms &amp; OEE: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/api/alarms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POST /api/alarms/acknowledge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/api/oee/calculate, /api/oee/trend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Reports &amp; Audit: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/api/export/csv, /api/export/pdf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GET/POST /api/logbook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  GET /api/audit</a:t>
            </a: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B1F24"/>
                </a:solidFill>
              </a:defRPr>
            </a:pPr>
            <a:r>
              <a:t>WebSocket: ws://.../ws/live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Requirements: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Docker + Docker Compose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- 8GB RAM (16GB with ML analytics)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Linux, Windows, or macOS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Network access to PLCs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Installation (3 commands):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git clone &lt;repo&gt;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cp .env.example .env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docker compose up -d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Cloud Deployment (Coolify):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GitHub auto-deploy on push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No bind mounts (all Dockerfiles)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Ports: 3080/3443 (no Traefik conflict)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Named volumes for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Persistence (Docker volumes):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config-data: YAML, SQLite, backups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security-data: certs, keystore, PKI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influxdb-data: time-series history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grafana-data: dashboard customizations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mosquitto-data: MQTT persistence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Monitoring room: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Kiosk mode: ?kiosk URL parameter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Auto-cycles: Dashboard, HMI, OEE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- 20 kiosks, 60 clients supported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Fullscreen browser on TV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Networking: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Bridge mode (default) or host mode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HTTPS on port 3443 (self-signed)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Grafana Dashboards &amp; ML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8 Pre-configured Dashboards: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1. Overview - all devices at a glance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2. Plant Overview - filtered by plant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3. Device Detail - deep dive per device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4. Energy Dashboard - power metrics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5. AI Predictions - Prophet forecasts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6. Alarms &amp; Anomalies - ML alerts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7. Custom Data - external sources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8. System Health - latency, errors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5 Alert Rules: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Device Offline (1m threshold)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High Read Latency (&gt;2000ms)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ML Anomaly Detected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No Data from Poller (2m)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High Tag Error Rate (&gt;10)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7 ML Algorithms (plc4x-ml container):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1. Prophet - 2h forecast + confidence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2. Isolation Forest - anomaly scoring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3. PyOD Ensemble - ECOD+LOF+IForest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4. SHAP - explainable anomaly causes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5. ruptures - change point detection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6. stumpy - pattern matching (motifs)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7. numpy - cross-tag correlation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Configuration (per device in config.yml):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Enable/disable each algorithm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Contamination, min agreement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Segment size, penalty, window size</a:t>
            </a:r>
          </a:p>
          <a:p>
            <a:pPr>
              <a:spcAft>
                <a:spcPts val="800"/>
              </a:spcAft>
              <a:defRPr sz="1400">
                <a:solidFill>
                  <a:srgbClr val="1B1F24"/>
                </a:solidFill>
              </a:defRPr>
            </a:pPr>
            <a:r>
              <a:t>  - Manual 'Run Now' button in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Data Retention &amp; Storage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3250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Raw tag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Every poll cycle (5s 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 days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Hourly aggregates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Mean, min, max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years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Daily aggregates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Mean, min, max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Forever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Status, latency, tag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 days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Prophet forecasts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days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plc4x_anomaly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Anomaly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7 ML algorithm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days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SQLite: audit_entries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write operations (user, 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SQLite: alarm_history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Alarm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Fire, ack, clear with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SQLite: logbook_entries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Shift logbook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Operator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SQLite: write_log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PLC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Tag, value, user, 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Unlimited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