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PLC4X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Industrial Monitoring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CCC"/>
                </a:solidFill>
              </a:defRPr>
            </a:pPr>
            <a:r>
              <a:t>Intelligent Monitoring  |  Zero License Cost  |  AI-Powered  |  Cloud-Ready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Executive Presentation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Current monitoring systems are expensive, fragmented, and lack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B1F24"/>
                </a:solidFill>
              </a:defRPr>
            </a:pPr>
            <a:r>
              <a:t>X  Commercial SCADA licenses: $30,000-$100,000+/year per site</a:t>
            </a:r>
          </a:p>
          <a:p>
            <a:pPr>
              <a:spcAft>
                <a:spcPts val="800"/>
              </a:spcAft>
              <a:defRPr sz="2000">
                <a:solidFill>
                  <a:srgbClr val="1B1F24"/>
                </a:solidFill>
              </a:defRPr>
            </a:pPr>
            <a:r>
              <a:t>X  Separate tools for monitoring, alarms, reports, dashboards</a:t>
            </a:r>
          </a:p>
          <a:p>
            <a:pPr>
              <a:spcAft>
                <a:spcPts val="800"/>
              </a:spcAft>
              <a:defRPr sz="2000">
                <a:solidFill>
                  <a:srgbClr val="1B1F24"/>
                </a:solidFill>
              </a:defRPr>
            </a:pPr>
            <a:r>
              <a:t>X  No AI/ML predictions - reactive instead of proactive</a:t>
            </a:r>
          </a:p>
          <a:p>
            <a:pPr>
              <a:spcAft>
                <a:spcPts val="800"/>
              </a:spcAft>
              <a:defRPr sz="2000">
                <a:solidFill>
                  <a:srgbClr val="1B1F24"/>
                </a:solidFill>
              </a:defRPr>
            </a:pPr>
            <a:r>
              <a:t>X  Vendor lock-in - proprietary protocols, expensive upgrades</a:t>
            </a:r>
          </a:p>
          <a:p>
            <a:pPr>
              <a:spcAft>
                <a:spcPts val="800"/>
              </a:spcAft>
              <a:defRPr sz="2000">
                <a:solidFill>
                  <a:srgbClr val="1B1F24"/>
                </a:solidFill>
              </a:defRPr>
            </a:pPr>
            <a:r>
              <a:t>X  Long deployment time - weeks of installation and configuration</a:t>
            </a:r>
          </a:p>
          <a:p>
            <a:pPr>
              <a:spcAft>
                <a:spcPts val="800"/>
              </a:spcAft>
              <a:defRPr sz="2000">
                <a:solidFill>
                  <a:srgbClr val="1B1F24"/>
                </a:solidFill>
              </a:defRPr>
            </a:pPr>
            <a:r>
              <a:t>X  No centralized multi-plant visibility from one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The Solution: PLC4X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1F24"/>
                </a:solidFill>
              </a:defRPr>
            </a:pPr>
            <a:r>
              <a:t>One platform. All plants. Zero license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&gt;&gt; Open-source - Apache 2.0 license, no recurring fees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&gt;&gt; Multi-protocol - Siemens S7, Modbus, OPC-UA, Allen-Bradley, 10+ protocols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&gt;&gt; AI-powered - 7 ML algorithms: Prophet, Isolation Forest, PyOD, SHAP, and more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&gt;&gt; One-command deploy - Docker: 'docker compose up' and it runs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&gt;&gt; Cloud-ready - Coolify, Docker Swarm, or bare metal deployment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&gt;&gt; Multi-plant dashboard - all sites on one screen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&gt;&gt; HMI / Synoptic - drag-and-drop visual editor with live data &amp; PLC write controls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&gt;&gt; Alarms with sound - conditional thresholds per product, virtual tags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&gt;&gt; OEE dashboard - real-time Availability x Performance x Quality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&gt;&gt; Rockwell native - pylogix tag discovery, diagnostics, and direct reads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Cost Comparison (5-Year TCO)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2251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Ignition (Inductive)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WinCC / AVEVA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PLC4X Manager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License (5 years)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$150,000+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$75,000-$250,000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$0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$30,000-$80,000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$50,000-$150,000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$5,000-$15,000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Annual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$15,000/year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$20,000/year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$0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AI/ML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$30,000+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Included (7 algorithms)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Cloud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Extra license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Extra license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Included (Coolify)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5-Year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$255,000+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$225,000-$550,000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$5,000-$15,000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Savings: $200,000-$500,000+ over 5 years per site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Artificial Intelligence Built-In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From reactive monitoring to predictive intelligence — 7 ML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Prophet Time-Series Forecasting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Predicts tag values 2-24h ahead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Confidence intervals (upper/lower)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Isolation Forest + PyOD Ensemble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- 3-algorithm consensus anomaly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ECOD + LOF + Isolation Forest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SHAP Explainability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Top contributing tags per anomaly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Human-readable explanations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Change Point Detection (ruptures)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Detects sudden mean/trend shifts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Real-time process drift alerts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Pattern Matching (stumpy)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Recurring patterns (motifs)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Rare anomalies (discords)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Cross-Tag Correlation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Detects broken correlations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Process relationship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1F24"/>
                </a:solidFill>
              </a:defRPr>
            </a:pPr>
            <a:r>
              <a:t>Result: Predict equipment failures before they happen.</a:t>
            </a:r>
            <a:br/>
            <a:r>
              <a:t>Reduce unplanned downtime by up to 30%.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Rockwell Allen-Bradley Native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PLC4X Manager monitors — Rockwell operates. Direct EtherNet/IP via pylogix.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Automatic Tag Discovery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Controller-scoped tags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Program-scoped tags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Full tag inventory in seconds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PLC Diagnostics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Model identification (1768-ENBT/A)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Firmware version detection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Serial number &amp; vendor ID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Health check (tags + programs)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Safety-First Design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Global read-only mode (default ON)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One CIP connection at a time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- 30s rate limit between connections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- 10s max operation timeout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No retry on failure (fail-fast)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Supported Types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BOOL, SINT, INT, DINT, LINT, REAL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STRING, arrays, UDTs</a:t>
            </a:r>
          </a:p>
          <a:p>
            <a:pPr>
              <a:spcAft>
                <a:spcPts val="800"/>
              </a:spcAft>
              <a:defRPr sz="1600">
                <a:solidFill>
                  <a:srgbClr val="1B1F24"/>
                </a:solidFill>
              </a:defRPr>
            </a:pPr>
            <a:r>
              <a:t>  - CompactLogix &amp; ControlLogix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Return on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B1F24"/>
                </a:solidFill>
              </a:defRPr>
            </a:pPr>
            <a:r>
              <a:t>License savings: $30,000-$100,000/year per site</a:t>
            </a:r>
          </a:p>
          <a:p>
            <a:pPr>
              <a:spcAft>
                <a:spcPts val="800"/>
              </a:spcAft>
              <a:defRPr sz="2000">
                <a:solidFill>
                  <a:srgbClr val="1B1F24"/>
                </a:solidFill>
              </a:defRPr>
            </a:pPr>
            <a:r>
              <a:t>Reduced downtime: 10-30% fewer unplanned stops (AI predictions)</a:t>
            </a:r>
          </a:p>
          <a:p>
            <a:pPr>
              <a:spcAft>
                <a:spcPts val="800"/>
              </a:spcAft>
              <a:defRPr sz="2000">
                <a:solidFill>
                  <a:srgbClr val="1B1F24"/>
                </a:solidFill>
              </a:defRPr>
            </a:pPr>
            <a:r>
              <a:t>Energy optimization: 5-15% savings from real-time monitoring</a:t>
            </a:r>
          </a:p>
          <a:p>
            <a:pPr>
              <a:spcAft>
                <a:spcPts val="800"/>
              </a:spcAft>
              <a:defRPr sz="2000">
                <a:solidFill>
                  <a:srgbClr val="1B1F24"/>
                </a:solidFill>
              </a:defRPr>
            </a:pPr>
            <a:r>
              <a:t>Compliance: full audit trail for regulatory requirements (SQLite DB)</a:t>
            </a:r>
          </a:p>
          <a:p>
            <a:pPr>
              <a:spcAft>
                <a:spcPts val="800"/>
              </a:spcAft>
              <a:defRPr sz="2000">
                <a:solidFill>
                  <a:srgbClr val="1B1F24"/>
                </a:solidFill>
              </a:defRPr>
            </a:pPr>
            <a:r>
              <a:t>Faster troubleshooting: instant tag trending, alarm history</a:t>
            </a:r>
          </a:p>
          <a:p>
            <a:pPr>
              <a:spcAft>
                <a:spcPts val="800"/>
              </a:spcAft>
              <a:defRPr sz="2000">
                <a:solidFill>
                  <a:srgbClr val="1B1F24"/>
                </a:solidFill>
              </a:defRPr>
            </a:pPr>
            <a:r>
              <a:t>Reduced tool sprawl: one platform instead of multiple tools</a:t>
            </a:r>
          </a:p>
          <a:p>
            <a:pPr>
              <a:spcAft>
                <a:spcPts val="800"/>
              </a:spcAft>
              <a:defRPr sz="2000">
                <a:solidFill>
                  <a:srgbClr val="1B1F24"/>
                </a:solidFill>
              </a:defRPr>
            </a:pPr>
            <a:r>
              <a:t>Fast deployment: running in hours, not weeks (Docker or Coolify)</a:t>
            </a:r>
          </a:p>
          <a:p>
            <a:pPr>
              <a:spcAft>
                <a:spcPts val="800"/>
              </a:spcAft>
              <a:defRPr sz="2000">
                <a:solidFill>
                  <a:srgbClr val="1B1F24"/>
                </a:solidFill>
              </a:defRPr>
            </a:pPr>
            <a:r>
              <a:t>20-year lifespan: open-source, no vendor sunset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029200"/>
            <a:ext cx="8229600" cy="10972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Payback period: &lt; 3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Complete Feature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Multi-plant dashboard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HMI / Synoptic editor (16 elements)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Real-time alarm system with sound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OEE monitoring (A x P x Q)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PDF reports &amp; CSV export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Shift logbook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Inline tag trending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Rockwell tag discovery &amp; diagnostics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WebSocket real-time data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7 ML algorithms (Prophet, PyOD, SHAP...)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8 Grafana dashboards pre-configured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RBAC (admin / operator / monitor)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Plant-based access filter per user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Full audit trail (SQLite DB)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MQTT real-time streaming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Kiosk mode for TV displays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Virtual &amp; calculated tags</a:t>
            </a:r>
          </a:p>
          <a:p>
            <a:pPr>
              <a:spcAft>
                <a:spcPts val="800"/>
              </a:spcAft>
              <a:defRPr sz="1700">
                <a:solidFill>
                  <a:srgbClr val="1B1F24"/>
                </a:solidFill>
              </a:defRPr>
            </a:pPr>
            <a:r>
              <a:t>Coolify / cloud deployment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10+ industrial protocols  |  6 Docker containers  |  Open source (Apache 2.0)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B1F24"/>
                </a:solidFill>
              </a:defRPr>
            </a:pPr>
            <a:r>
              <a:t>1. Pilot: deploy at one plant with existing PLCs (1-2 weeks)</a:t>
            </a:r>
          </a:p>
          <a:p>
            <a:pPr>
              <a:spcAft>
                <a:spcPts val="800"/>
              </a:spcAft>
              <a:defRPr sz="2200">
                <a:solidFill>
                  <a:srgbClr val="1B1F24"/>
                </a:solidFill>
              </a:defRPr>
            </a:pPr>
            <a:r>
              <a:t>2. Validate: run in parallel with current system for 30 days</a:t>
            </a:r>
          </a:p>
          <a:p>
            <a:pPr>
              <a:spcAft>
                <a:spcPts val="800"/>
              </a:spcAft>
              <a:defRPr sz="2200">
                <a:solidFill>
                  <a:srgbClr val="1B1F24"/>
                </a:solidFill>
              </a:defRPr>
            </a:pPr>
            <a:r>
              <a:t>3. Expand: roll out to all plants (1 day per plant)</a:t>
            </a:r>
          </a:p>
          <a:p>
            <a:pPr>
              <a:spcAft>
                <a:spcPts val="800"/>
              </a:spcAft>
              <a:defRPr sz="2200">
                <a:solidFill>
                  <a:srgbClr val="1B1F24"/>
                </a:solidFill>
              </a:defRPr>
            </a:pPr>
            <a:r>
              <a:t>4. Optimize: enable AI predictions, configure OEE targets</a:t>
            </a:r>
          </a:p>
          <a:p>
            <a:pPr>
              <a:spcAft>
                <a:spcPts val="800"/>
              </a:spcAft>
              <a:defRPr sz="2200">
                <a:solidFill>
                  <a:srgbClr val="1B1F24"/>
                </a:solidFill>
              </a:defRPr>
            </a:pPr>
            <a:r>
              <a:t>5. Scale: add Grafana dashboards for management visibility</a:t>
            </a:r>
          </a:p>
          <a:p>
            <a:pPr>
              <a:spcAft>
                <a:spcPts val="800"/>
              </a:spcAft>
              <a:defRPr sz="2200">
                <a:solidFill>
                  <a:srgbClr val="1B1F24"/>
                </a:solidFill>
              </a:defRPr>
            </a:pPr>
            <a:r>
              <a:t>6. Cloud: deploy to Coolify for centralized multi-site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1F24"/>
                </a:solidFill>
              </a:defRPr>
            </a:pPr>
            <a:r>
              <a:t>No risk: runs alongside existing systems.</a:t>
            </a:r>
            <a:br/>
            <a:r>
              <a:t>No disruption to 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